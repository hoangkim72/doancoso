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880D8-3680-C212-6477-0EA51D874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A0EB3-01EC-C85B-2100-2F468913A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BDEB9-03CE-BB43-A958-8F195491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822B-F9F7-0555-7159-3365AB0D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BD5C5-8B0B-1C4D-4B42-5D6B64B6A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5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C34E-E4EE-C76D-CF40-42421470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8B14D-5214-3C36-F7F0-5871F587D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390AE-B113-6CC9-9770-725AA073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4D802-CA04-2B51-16F2-D8E9690F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AB648-04A6-9437-EF66-47F2B173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1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DDA9C-CDF9-0D24-7487-390B43E2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0D274-4416-9F45-CD51-97058C2D5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63246-538D-4F5C-50C3-4F0ECE2E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4F9ED-50D6-9B5A-2763-6A6EC2BA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C6A-67BE-E93E-A631-7A9B227F6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45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CB90-054B-A356-85AC-21C598278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B09DD-F159-6DC6-B3B7-5E6472A4E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4B2E2-2A16-611B-CB2F-687E75C97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DDB1-5805-850E-732A-F1AFA235A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D9470-417E-9D84-FEDA-11BA4DF1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FDBF4-9EA7-7348-D807-36253E8C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4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94A9-8FA0-BD04-F80F-A6EB3186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A5938-45DF-1608-CBEB-D393203E0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F07FA-6BA6-92CC-CFA0-C31DC5812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EF7B2-5A30-3CCF-5127-2FD31CD7F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6B63F4-61D2-C0A3-5880-475A198CF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23501A-B913-50BA-814D-15AF6D67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2F84E-E9BD-0E42-8338-D2130DBA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F2A88-F2D3-D9A3-1E77-9A206FA4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8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DE8F-16CA-493A-7266-3A86F517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8E32B-DC21-892A-36B8-73C1018E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9230A-8F7A-1B0E-77AD-473B8011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D17AF-564D-1EDA-9A24-D3EDC51A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5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BAD28-F150-4149-624E-20B99080A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E644-13A0-0B14-4E7B-404E6EBC7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A56D7-E2DE-54C1-C300-E1F7695B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53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1AE8-D1B0-E890-5390-0B8D46FDF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9906-BDFC-1588-8FB2-A66B89D3F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189F2-9755-38B6-5730-ADAC3B57A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9FD78-1EA7-7451-7FB8-F79EBC46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A2580-48E9-1882-0AA9-AE98FCD1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52027-A373-098B-D0A7-92DCDFE9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8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87EF5-5AEA-C76A-B387-EB024962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06DDE-54F9-C8E7-B798-50A371625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918B7-397D-6A05-4DB1-399768855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55B30-4398-C048-0172-66AFE87B6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7AFB1-7469-A218-01D7-6380FDB2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D65F3-1ECE-2D31-1BE8-20B90ACF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0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BC13-F4B4-F0E7-B546-3656183E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91483-887D-3344-190F-8379148EE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0192E-0586-BC6B-8CF6-392D9137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DE9E-3ACE-070B-F14B-CC99806B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C127F-F90B-EB31-0236-E9DA4819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2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77F20B-41E8-AB1D-4093-7463E7010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9E0EC-64F2-46E0-374E-0B817BB89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1670C-0BFD-7B9A-73A8-6C65D305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AFDEE-1A98-6F10-8EBE-82FD48EB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FF71B-80CE-BDD4-2F23-561FA4F8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01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6F81B-292A-42BC-8DA8-677DAC1F6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5097D-89D1-BF29-81EB-D96F1819A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2A903-3997-5CB4-1104-CF92E879D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B2BC2-743B-4824-B048-274665FD89C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25BBA-DDEE-81EF-ACCF-755CC107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DA55B-8EF1-C81B-8ADE-A11F4920E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CB370-7324-45AF-9054-8559DC7A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5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E5F3B555-9029-753E-976A-C80A9304C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60108" cy="1204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26B079-337C-50CD-2C4D-929C56BD7CF7}"/>
              </a:ext>
            </a:extLst>
          </p:cNvPr>
          <p:cNvSpPr txBox="1"/>
          <p:nvPr/>
        </p:nvSpPr>
        <p:spPr>
          <a:xfrm>
            <a:off x="3962399" y="1378785"/>
            <a:ext cx="6956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BÁO CÁO ĐỒ ÁN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8E680-E0C7-C1F1-5D59-E3745337AAA0}"/>
              </a:ext>
            </a:extLst>
          </p:cNvPr>
          <p:cNvSpPr txBox="1"/>
          <p:nvPr/>
        </p:nvSpPr>
        <p:spPr>
          <a:xfrm>
            <a:off x="2429434" y="2339788"/>
            <a:ext cx="7144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Phát Hiện Website Lừa Đảo(Phishing) Dựa Trên URL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A35FB-A5A9-B0AF-C092-2A3BF72692B3}"/>
              </a:ext>
            </a:extLst>
          </p:cNvPr>
          <p:cNvSpPr txBox="1"/>
          <p:nvPr/>
        </p:nvSpPr>
        <p:spPr>
          <a:xfrm>
            <a:off x="210670" y="4137358"/>
            <a:ext cx="266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Sinh viên thực hiện: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17EB44-4C5B-8B40-BC6F-674622B96FB6}"/>
              </a:ext>
            </a:extLst>
          </p:cNvPr>
          <p:cNvSpPr txBox="1"/>
          <p:nvPr/>
        </p:nvSpPr>
        <p:spPr>
          <a:xfrm>
            <a:off x="887505" y="4612196"/>
            <a:ext cx="560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Kim Ngọc Hoàng - 2380600714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F890BD-AD53-2425-32DD-D4A45C8CD078}"/>
              </a:ext>
            </a:extLst>
          </p:cNvPr>
          <p:cNvSpPr txBox="1"/>
          <p:nvPr/>
        </p:nvSpPr>
        <p:spPr>
          <a:xfrm>
            <a:off x="887505" y="5151857"/>
            <a:ext cx="266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Lê Anh Huy - </a:t>
            </a: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2380600820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9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BAE6A8-19DE-6B0A-68AD-F2C077D50A31}"/>
              </a:ext>
            </a:extLst>
          </p:cNvPr>
          <p:cNvSpPr txBox="1"/>
          <p:nvPr/>
        </p:nvSpPr>
        <p:spPr>
          <a:xfrm>
            <a:off x="358588" y="286870"/>
            <a:ext cx="5531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Công cụ và nguồn dữ liệu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9C590-17F9-9A69-4D78-D6E0379C5725}"/>
              </a:ext>
            </a:extLst>
          </p:cNvPr>
          <p:cNvSpPr txBox="1"/>
          <p:nvPr/>
        </p:nvSpPr>
        <p:spPr>
          <a:xfrm>
            <a:off x="546847" y="1101968"/>
            <a:ext cx="8408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Công cụ: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62A93-866C-6AC1-5244-3E1AD735E171}"/>
              </a:ext>
            </a:extLst>
          </p:cNvPr>
          <p:cNvSpPr txBox="1"/>
          <p:nvPr/>
        </p:nvSpPr>
        <p:spPr>
          <a:xfrm>
            <a:off x="1075762" y="1620988"/>
            <a:ext cx="717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Python: ngôn ngữ lập trình chính để xây dựng perline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03EB22-CF78-216A-5A92-45F816BD8138}"/>
              </a:ext>
            </a:extLst>
          </p:cNvPr>
          <p:cNvSpPr txBox="1"/>
          <p:nvPr/>
        </p:nvSpPr>
        <p:spPr>
          <a:xfrm>
            <a:off x="1075762" y="2109693"/>
            <a:ext cx="796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dung để huấn luyện và đánh giá các mô hình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73105-5E26-319D-F93C-A77D01662B4C}"/>
              </a:ext>
            </a:extLst>
          </p:cNvPr>
          <p:cNvSpPr txBox="1"/>
          <p:nvPr/>
        </p:nvSpPr>
        <p:spPr>
          <a:xfrm>
            <a:off x="1075762" y="2625462"/>
            <a:ext cx="717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PyArrow: dung để ghi dữ liệu dạng Parquet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50E63-16C7-9B18-68F3-399C879BAEDB}"/>
              </a:ext>
            </a:extLst>
          </p:cNvPr>
          <p:cNvSpPr txBox="1"/>
          <p:nvPr/>
        </p:nvSpPr>
        <p:spPr>
          <a:xfrm>
            <a:off x="1084726" y="3106089"/>
            <a:ext cx="6140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Flask: Xây dựng web app cho IDS và Dasboard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3F699-F6EA-AFB9-855F-C6F2177D47F3}"/>
              </a:ext>
            </a:extLst>
          </p:cNvPr>
          <p:cNvSpPr txBox="1"/>
          <p:nvPr/>
        </p:nvSpPr>
        <p:spPr>
          <a:xfrm>
            <a:off x="1075762" y="3567754"/>
            <a:ext cx="7324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Terminal: vận hành perline, train và khởi động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0D8DE-73DA-CD7A-5EBF-7F444DA02655}"/>
              </a:ext>
            </a:extLst>
          </p:cNvPr>
          <p:cNvSpPr txBox="1"/>
          <p:nvPr/>
        </p:nvSpPr>
        <p:spPr>
          <a:xfrm>
            <a:off x="546847" y="4329953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Nguồn dữ liệu: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2CAC4-ACA9-5408-4669-BE41F7CF3154}"/>
              </a:ext>
            </a:extLst>
          </p:cNvPr>
          <p:cNvSpPr txBox="1"/>
          <p:nvPr/>
        </p:nvSpPr>
        <p:spPr>
          <a:xfrm>
            <a:off x="1075761" y="4845722"/>
            <a:ext cx="548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Mendeley Phishing URL Dataset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9A6D83-D21E-9725-F15A-DE2CFBA9F38B}"/>
              </a:ext>
            </a:extLst>
          </p:cNvPr>
          <p:cNvSpPr txBox="1"/>
          <p:nvPr/>
        </p:nvSpPr>
        <p:spPr>
          <a:xfrm>
            <a:off x="1084726" y="5367416"/>
            <a:ext cx="548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Mendeley LegitPhish Dataset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0BBEB-29EF-C922-23D9-5725CB21C5E4}"/>
              </a:ext>
            </a:extLst>
          </p:cNvPr>
          <p:cNvSpPr txBox="1"/>
          <p:nvPr/>
        </p:nvSpPr>
        <p:spPr>
          <a:xfrm>
            <a:off x="1084726" y="5872409"/>
            <a:ext cx="548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OpenPhish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77CB48-F59E-EF7E-5331-D1A067161CEE}"/>
              </a:ext>
            </a:extLst>
          </p:cNvPr>
          <p:cNvSpPr txBox="1"/>
          <p:nvPr/>
        </p:nvSpPr>
        <p:spPr>
          <a:xfrm>
            <a:off x="1084726" y="6365547"/>
            <a:ext cx="548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 Sitemaps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82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34896E-FCAD-09E2-08B7-D2581847394B}"/>
              </a:ext>
            </a:extLst>
          </p:cNvPr>
          <p:cNvSpPr txBox="1"/>
          <p:nvPr/>
        </p:nvSpPr>
        <p:spPr>
          <a:xfrm>
            <a:off x="358588" y="322730"/>
            <a:ext cx="6185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Quá trình huấn luyện mô hình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99197-DD45-D69F-304B-738A3DF94AAB}"/>
              </a:ext>
            </a:extLst>
          </p:cNvPr>
          <p:cNvSpPr txBox="1"/>
          <p:nvPr/>
        </p:nvSpPr>
        <p:spPr>
          <a:xfrm>
            <a:off x="1129553" y="1541929"/>
            <a:ext cx="277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Lọc dữ liệu: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0A306-641D-1746-5BBB-93F4418CC4C0}"/>
              </a:ext>
            </a:extLst>
          </p:cNvPr>
          <p:cNvSpPr txBox="1"/>
          <p:nvPr/>
        </p:nvSpPr>
        <p:spPr>
          <a:xfrm>
            <a:off x="1129553" y="2642517"/>
            <a:ext cx="277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Trích xuất đặc trưng</a:t>
            </a:r>
          </a:p>
        </p:txBody>
      </p:sp>
    </p:spTree>
    <p:extLst>
      <p:ext uri="{BB962C8B-B14F-4D97-AF65-F5344CB8AC3E}">
        <p14:creationId xmlns:p14="http://schemas.microsoft.com/office/powerpoint/2010/main" val="1947090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0F127C-C58C-EEBD-0B36-FCE3711A4694}"/>
              </a:ext>
            </a:extLst>
          </p:cNvPr>
          <p:cNvSpPr txBox="1"/>
          <p:nvPr/>
        </p:nvSpPr>
        <p:spPr>
          <a:xfrm>
            <a:off x="1039906" y="779929"/>
            <a:ext cx="360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3.Kết quả đánh giá hiệu năng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CBEC6DD-217F-572E-0FA7-D5D3E624F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292748"/>
              </p:ext>
            </p:extLst>
          </p:nvPr>
        </p:nvGraphicFramePr>
        <p:xfrm>
          <a:off x="1335988" y="4883696"/>
          <a:ext cx="665131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263">
                  <a:extLst>
                    <a:ext uri="{9D8B030D-6E8A-4147-A177-3AD203B41FA5}">
                      <a16:colId xmlns:a16="http://schemas.microsoft.com/office/drawing/2014/main" val="3840435136"/>
                    </a:ext>
                  </a:extLst>
                </a:gridCol>
                <a:gridCol w="1330263">
                  <a:extLst>
                    <a:ext uri="{9D8B030D-6E8A-4147-A177-3AD203B41FA5}">
                      <a16:colId xmlns:a16="http://schemas.microsoft.com/office/drawing/2014/main" val="3860404922"/>
                    </a:ext>
                  </a:extLst>
                </a:gridCol>
                <a:gridCol w="1330263">
                  <a:extLst>
                    <a:ext uri="{9D8B030D-6E8A-4147-A177-3AD203B41FA5}">
                      <a16:colId xmlns:a16="http://schemas.microsoft.com/office/drawing/2014/main" val="1237362395"/>
                    </a:ext>
                  </a:extLst>
                </a:gridCol>
                <a:gridCol w="1330263">
                  <a:extLst>
                    <a:ext uri="{9D8B030D-6E8A-4147-A177-3AD203B41FA5}">
                      <a16:colId xmlns:a16="http://schemas.microsoft.com/office/drawing/2014/main" val="4028452892"/>
                    </a:ext>
                  </a:extLst>
                </a:gridCol>
                <a:gridCol w="1330263">
                  <a:extLst>
                    <a:ext uri="{9D8B030D-6E8A-4147-A177-3AD203B41FA5}">
                      <a16:colId xmlns:a16="http://schemas.microsoft.com/office/drawing/2014/main" val="3879224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Số lượng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benign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Số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75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54,191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27,021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11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100,717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62,638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38,079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498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49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148E1D-A35F-FB45-EBFE-2E885F7F626A}"/>
              </a:ext>
            </a:extLst>
          </p:cNvPr>
          <p:cNvSpPr txBox="1"/>
          <p:nvPr/>
        </p:nvSpPr>
        <p:spPr>
          <a:xfrm>
            <a:off x="582706" y="188259"/>
            <a:ext cx="5513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Kế hoạch tiếp theo</a:t>
            </a:r>
          </a:p>
        </p:txBody>
      </p:sp>
    </p:spTree>
    <p:extLst>
      <p:ext uri="{BB962C8B-B14F-4D97-AF65-F5344CB8AC3E}">
        <p14:creationId xmlns:p14="http://schemas.microsoft.com/office/powerpoint/2010/main" val="2611228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154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Hoàng Kim</dc:creator>
  <cp:lastModifiedBy>Hoàng Kim</cp:lastModifiedBy>
  <cp:revision>1</cp:revision>
  <dcterms:created xsi:type="dcterms:W3CDTF">2026-04-06T02:25:04Z</dcterms:created>
  <dcterms:modified xsi:type="dcterms:W3CDTF">2026-04-06T03:21:29Z</dcterms:modified>
</cp:coreProperties>
</file>